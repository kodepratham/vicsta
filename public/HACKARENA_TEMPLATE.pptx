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" charset="1" panose="020B0604020202020204"/>
      <p:regular r:id="rId15"/>
    </p:embeddedFont>
    <p:embeddedFont>
      <p:font typeface="Arial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60316" y="1711674"/>
            <a:ext cx="464969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230613" y="457152"/>
            <a:ext cx="6509105" cy="1283097"/>
            <a:chOff x="0" y="0"/>
            <a:chExt cx="22132305" cy="43627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32305" cy="4362795"/>
            </a:xfrm>
            <a:custGeom>
              <a:avLst/>
              <a:gdLst/>
              <a:ahLst/>
              <a:cxnLst/>
              <a:rect r="r" b="b" t="t" l="l"/>
              <a:pathLst>
                <a:path h="4362795" w="22132305">
                  <a:moveTo>
                    <a:pt x="0" y="0"/>
                  </a:moveTo>
                  <a:lnTo>
                    <a:pt x="22132305" y="0"/>
                  </a:lnTo>
                  <a:lnTo>
                    <a:pt x="22132305" y="4362795"/>
                  </a:lnTo>
                  <a:lnTo>
                    <a:pt x="0" y="43627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73" r="6352" b="-4016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2132305" cy="43723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79"/>
                </a:lnSpc>
              </a:pPr>
              <a:r>
                <a:rPr lang="en-US" sz="6399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HACKARENA’26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133193" y="3278045"/>
            <a:ext cx="8703945" cy="467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-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616205" y="317151"/>
            <a:ext cx="4279995" cy="1423098"/>
          </a:xfrm>
          <a:custGeom>
            <a:avLst/>
            <a:gdLst/>
            <a:ahLst/>
            <a:cxnLst/>
            <a:rect r="r" b="b" t="t" l="l"/>
            <a:pathLst>
              <a:path h="1423098" w="4279995">
                <a:moveTo>
                  <a:pt x="0" y="0"/>
                </a:moveTo>
                <a:lnTo>
                  <a:pt x="4279995" y="0"/>
                </a:lnTo>
                <a:lnTo>
                  <a:pt x="4279995" y="1423098"/>
                </a:lnTo>
                <a:lnTo>
                  <a:pt x="0" y="1423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0"/>
            <a:ext cx="1552812" cy="1888766"/>
          </a:xfrm>
          <a:custGeom>
            <a:avLst/>
            <a:gdLst/>
            <a:ahLst/>
            <a:cxnLst/>
            <a:rect r="r" b="b" t="t" l="l"/>
            <a:pathLst>
              <a:path h="1888766" w="1552812">
                <a:moveTo>
                  <a:pt x="0" y="0"/>
                </a:moveTo>
                <a:lnTo>
                  <a:pt x="1552812" y="0"/>
                </a:lnTo>
                <a:lnTo>
                  <a:pt x="1552812" y="1888766"/>
                </a:lnTo>
                <a:lnTo>
                  <a:pt x="0" y="1888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898" t="-15544" r="-31929" b="-22431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09602" y="9523096"/>
            <a:ext cx="18507204" cy="953852"/>
            <a:chOff x="0" y="0"/>
            <a:chExt cx="24676272" cy="127180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4676272" cy="1271802"/>
              <a:chOff x="0" y="0"/>
              <a:chExt cx="24384000" cy="12567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384000" cy="1256739"/>
              </a:xfrm>
              <a:custGeom>
                <a:avLst/>
                <a:gdLst/>
                <a:ahLst/>
                <a:cxnLst/>
                <a:rect r="r" b="b" t="t" l="l"/>
                <a:pathLst>
                  <a:path h="1256739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56739"/>
                    </a:lnTo>
                    <a:lnTo>
                      <a:pt x="0" y="1256739"/>
                    </a:lnTo>
                    <a:close/>
                  </a:path>
                </a:pathLst>
              </a:custGeom>
              <a:solidFill>
                <a:srgbClr val="231C4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9134136" y="179986"/>
              <a:ext cx="6408001" cy="911829"/>
              <a:chOff x="0" y="0"/>
              <a:chExt cx="6408001" cy="91182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408000" cy="911829"/>
              </a:xfrm>
              <a:custGeom>
                <a:avLst/>
                <a:gdLst/>
                <a:ahLst/>
                <a:cxnLst/>
                <a:rect r="r" b="b" t="t" l="l"/>
                <a:pathLst>
                  <a:path h="911829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911829"/>
                    </a:lnTo>
                    <a:lnTo>
                      <a:pt x="0" y="91182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96890" r="0" b="-76976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6408001" cy="93087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HACKARENA’26</a:t>
                </a: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 submission - Template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60316" y="638175"/>
            <a:ext cx="464969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</a:t>
            </a:r>
            <a:r>
              <a:rPr lang="en-US" sz="5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5106" y="3848100"/>
            <a:ext cx="14706585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(Concept / Prototype / Implementation)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Breakdown of the Solution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the Solution Directly Solves the Identified Problem</a:t>
            </a:r>
          </a:p>
          <a:p>
            <a:pPr algn="l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Innovations and Unique Differentiators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16205" y="317151"/>
            <a:ext cx="4279995" cy="1423098"/>
          </a:xfrm>
          <a:custGeom>
            <a:avLst/>
            <a:gdLst/>
            <a:ahLst/>
            <a:cxnLst/>
            <a:rect r="r" b="b" t="t" l="l"/>
            <a:pathLst>
              <a:path h="1423098" w="4279995">
                <a:moveTo>
                  <a:pt x="0" y="0"/>
                </a:moveTo>
                <a:lnTo>
                  <a:pt x="4279995" y="0"/>
                </a:lnTo>
                <a:lnTo>
                  <a:pt x="4279995" y="1423098"/>
                </a:lnTo>
                <a:lnTo>
                  <a:pt x="0" y="1423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0"/>
            <a:ext cx="1552812" cy="1888766"/>
          </a:xfrm>
          <a:custGeom>
            <a:avLst/>
            <a:gdLst/>
            <a:ahLst/>
            <a:cxnLst/>
            <a:rect r="r" b="b" t="t" l="l"/>
            <a:pathLst>
              <a:path h="1888766" w="1552812">
                <a:moveTo>
                  <a:pt x="0" y="0"/>
                </a:moveTo>
                <a:lnTo>
                  <a:pt x="1552812" y="0"/>
                </a:lnTo>
                <a:lnTo>
                  <a:pt x="1552812" y="1888766"/>
                </a:lnTo>
                <a:lnTo>
                  <a:pt x="0" y="1888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898" t="-15544" r="-31929" b="-22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19204" y="9495688"/>
            <a:ext cx="18507204" cy="964932"/>
            <a:chOff x="0" y="0"/>
            <a:chExt cx="24676272" cy="128657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676272" cy="1286576"/>
              <a:chOff x="0" y="0"/>
              <a:chExt cx="24384000" cy="127133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384000" cy="1271338"/>
              </a:xfrm>
              <a:custGeom>
                <a:avLst/>
                <a:gdLst/>
                <a:ahLst/>
                <a:cxnLst/>
                <a:rect r="r" b="b" t="t" l="l"/>
                <a:pathLst>
                  <a:path h="1271338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71338"/>
                    </a:lnTo>
                    <a:lnTo>
                      <a:pt x="0" y="1271338"/>
                    </a:lnTo>
                    <a:close/>
                  </a:path>
                </a:pathLst>
              </a:custGeom>
              <a:solidFill>
                <a:srgbClr val="231C4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9134136" y="182077"/>
              <a:ext cx="6408001" cy="922422"/>
              <a:chOff x="0" y="0"/>
              <a:chExt cx="6408001" cy="9224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08000" cy="922422"/>
              </a:xfrm>
              <a:custGeom>
                <a:avLst/>
                <a:gdLst/>
                <a:ahLst/>
                <a:cxnLst/>
                <a:rect r="r" b="b" t="t" l="l"/>
                <a:pathLst>
                  <a:path h="922422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922422"/>
                    </a:lnTo>
                    <a:lnTo>
                      <a:pt x="0" y="92242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95777" r="0" b="-74944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6408001" cy="9414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HACKARENA’26</a:t>
                </a: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 submission - Template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14106" y="590550"/>
            <a:ext cx="976950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</a:t>
            </a:r>
            <a:r>
              <a:rPr lang="en-US" sz="5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ICAL APPROACH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5106" y="2854439"/>
            <a:ext cx="14706585" cy="512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</a:t>
            </a:r>
            <a:r>
              <a:rPr lang="en-US" sz="4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ologies Involved </a:t>
            </a:r>
          </a:p>
          <a:p>
            <a:pPr algn="just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(Programming languages, frameworks, tools, hardware, cloud services, etc.)</a:t>
            </a:r>
          </a:p>
          <a:p>
            <a:pPr algn="just">
              <a:lnSpc>
                <a:spcPts val="5040"/>
              </a:lnSpc>
            </a:pPr>
          </a:p>
          <a:p>
            <a:pPr algn="just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M</a:t>
            </a:r>
            <a:r>
              <a:rPr lang="en-US" sz="4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ethodology</a:t>
            </a:r>
          </a:p>
          <a:p>
            <a:pPr algn="just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 workflow and architecture</a:t>
            </a:r>
          </a:p>
          <a:p>
            <a:pPr algn="just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diagrams / flowcharts</a:t>
            </a:r>
          </a:p>
          <a:p>
            <a:pPr algn="just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eenshots or working prototype visuals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16205" y="317151"/>
            <a:ext cx="4279995" cy="1423098"/>
          </a:xfrm>
          <a:custGeom>
            <a:avLst/>
            <a:gdLst/>
            <a:ahLst/>
            <a:cxnLst/>
            <a:rect r="r" b="b" t="t" l="l"/>
            <a:pathLst>
              <a:path h="1423098" w="4279995">
                <a:moveTo>
                  <a:pt x="0" y="0"/>
                </a:moveTo>
                <a:lnTo>
                  <a:pt x="4279995" y="0"/>
                </a:lnTo>
                <a:lnTo>
                  <a:pt x="4279995" y="1423098"/>
                </a:lnTo>
                <a:lnTo>
                  <a:pt x="0" y="1423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0"/>
            <a:ext cx="1552812" cy="1888766"/>
          </a:xfrm>
          <a:custGeom>
            <a:avLst/>
            <a:gdLst/>
            <a:ahLst/>
            <a:cxnLst/>
            <a:rect r="r" b="b" t="t" l="l"/>
            <a:pathLst>
              <a:path h="1888766" w="1552812">
                <a:moveTo>
                  <a:pt x="0" y="0"/>
                </a:moveTo>
                <a:lnTo>
                  <a:pt x="1552812" y="0"/>
                </a:lnTo>
                <a:lnTo>
                  <a:pt x="1552812" y="1888766"/>
                </a:lnTo>
                <a:lnTo>
                  <a:pt x="0" y="1888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898" t="-15544" r="-31929" b="-22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511344"/>
            <a:ext cx="18507204" cy="791312"/>
            <a:chOff x="0" y="0"/>
            <a:chExt cx="24676272" cy="105508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676272" cy="1055083"/>
              <a:chOff x="0" y="0"/>
              <a:chExt cx="24384000" cy="104258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384000" cy="1042586"/>
              </a:xfrm>
              <a:custGeom>
                <a:avLst/>
                <a:gdLst/>
                <a:ahLst/>
                <a:cxnLst/>
                <a:rect r="r" b="b" t="t" l="l"/>
                <a:pathLst>
                  <a:path h="1042586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42586"/>
                    </a:lnTo>
                    <a:lnTo>
                      <a:pt x="0" y="1042586"/>
                    </a:lnTo>
                    <a:close/>
                  </a:path>
                </a:pathLst>
              </a:custGeom>
              <a:solidFill>
                <a:srgbClr val="231C4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9134136" y="149316"/>
              <a:ext cx="6408001" cy="756450"/>
              <a:chOff x="0" y="0"/>
              <a:chExt cx="6408001" cy="7564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08000" cy="756450"/>
              </a:xfrm>
              <a:custGeom>
                <a:avLst/>
                <a:gdLst/>
                <a:ahLst/>
                <a:cxnLst/>
                <a:rect r="r" b="b" t="t" l="l"/>
                <a:pathLst>
                  <a:path h="756450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756450"/>
                    </a:lnTo>
                    <a:lnTo>
                      <a:pt x="0" y="75645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16792" r="0" b="-113328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6408001" cy="7755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HACKARENA’26</a:t>
                </a: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 submission - Template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97809" y="590550"/>
            <a:ext cx="1040209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</a:t>
            </a:r>
            <a:r>
              <a:rPr lang="en-US" sz="5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ASIBILITY AND VIABILITY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0729" y="3209925"/>
            <a:ext cx="14706585" cy="384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</a:t>
            </a: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lity Analysis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Practical viability, scalability, and resource requirements.</a:t>
            </a:r>
          </a:p>
          <a:p>
            <a:pPr algn="just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Challenges &amp; Risks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Technical or operational obstacles and dependencies.</a:t>
            </a:r>
          </a:p>
          <a:p>
            <a:pPr algn="just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Mitigation </a:t>
            </a: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Strat</a:t>
            </a: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egies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Solutions to address risks, with contingency plans for  smooth execution.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16205" y="317151"/>
            <a:ext cx="4279995" cy="1423098"/>
          </a:xfrm>
          <a:custGeom>
            <a:avLst/>
            <a:gdLst/>
            <a:ahLst/>
            <a:cxnLst/>
            <a:rect r="r" b="b" t="t" l="l"/>
            <a:pathLst>
              <a:path h="1423098" w="4279995">
                <a:moveTo>
                  <a:pt x="0" y="0"/>
                </a:moveTo>
                <a:lnTo>
                  <a:pt x="4279995" y="0"/>
                </a:lnTo>
                <a:lnTo>
                  <a:pt x="4279995" y="1423098"/>
                </a:lnTo>
                <a:lnTo>
                  <a:pt x="0" y="1423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0"/>
            <a:ext cx="1552812" cy="1888766"/>
          </a:xfrm>
          <a:custGeom>
            <a:avLst/>
            <a:gdLst/>
            <a:ahLst/>
            <a:cxnLst/>
            <a:rect r="r" b="b" t="t" l="l"/>
            <a:pathLst>
              <a:path h="1888766" w="1552812">
                <a:moveTo>
                  <a:pt x="0" y="0"/>
                </a:moveTo>
                <a:lnTo>
                  <a:pt x="1552812" y="0"/>
                </a:lnTo>
                <a:lnTo>
                  <a:pt x="1552812" y="1888766"/>
                </a:lnTo>
                <a:lnTo>
                  <a:pt x="0" y="1888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898" t="-15544" r="-31929" b="-22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532144"/>
            <a:ext cx="18507204" cy="937524"/>
            <a:chOff x="0" y="0"/>
            <a:chExt cx="24676272" cy="125003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676272" cy="1250033"/>
              <a:chOff x="0" y="0"/>
              <a:chExt cx="24384000" cy="123522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384000" cy="1235227"/>
              </a:xfrm>
              <a:custGeom>
                <a:avLst/>
                <a:gdLst/>
                <a:ahLst/>
                <a:cxnLst/>
                <a:rect r="r" b="b" t="t" l="l"/>
                <a:pathLst>
                  <a:path h="1235227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35227"/>
                    </a:lnTo>
                    <a:lnTo>
                      <a:pt x="0" y="1235227"/>
                    </a:lnTo>
                    <a:close/>
                  </a:path>
                </a:pathLst>
              </a:custGeom>
              <a:solidFill>
                <a:srgbClr val="231C4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9134136" y="176906"/>
              <a:ext cx="6408001" cy="896221"/>
              <a:chOff x="0" y="0"/>
              <a:chExt cx="6408001" cy="8962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08000" cy="896221"/>
              </a:xfrm>
              <a:custGeom>
                <a:avLst/>
                <a:gdLst/>
                <a:ahLst/>
                <a:cxnLst/>
                <a:rect r="r" b="b" t="t" l="l"/>
                <a:pathLst>
                  <a:path h="896221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896221"/>
                    </a:lnTo>
                    <a:lnTo>
                      <a:pt x="0" y="896221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98577" r="0" b="-80058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6408001" cy="91527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HACKARENA’26</a:t>
                </a: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 submission - Template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97809" y="590550"/>
            <a:ext cx="1040209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IMPACTS &amp; BENEFITS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90708" y="3795868"/>
            <a:ext cx="14706585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</a:t>
            </a: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 on Target Audience - 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the solution improves user experience, accessibility, or quality  of life.</a:t>
            </a:r>
          </a:p>
          <a:p>
            <a:pPr algn="just">
              <a:lnSpc>
                <a:spcPts val="5040"/>
              </a:lnSpc>
            </a:pPr>
          </a:p>
          <a:p>
            <a:pPr algn="just" marL="906780" indent="-453390" lvl="1">
              <a:lnSpc>
                <a:spcPts val="504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Benefits - 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ial, economic, environmental, and overall community advantages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16205" y="317151"/>
            <a:ext cx="4279995" cy="1423098"/>
          </a:xfrm>
          <a:custGeom>
            <a:avLst/>
            <a:gdLst/>
            <a:ahLst/>
            <a:cxnLst/>
            <a:rect r="r" b="b" t="t" l="l"/>
            <a:pathLst>
              <a:path h="1423098" w="4279995">
                <a:moveTo>
                  <a:pt x="0" y="0"/>
                </a:moveTo>
                <a:lnTo>
                  <a:pt x="4279995" y="0"/>
                </a:lnTo>
                <a:lnTo>
                  <a:pt x="4279995" y="1423098"/>
                </a:lnTo>
                <a:lnTo>
                  <a:pt x="0" y="1423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0"/>
            <a:ext cx="1552812" cy="1888766"/>
          </a:xfrm>
          <a:custGeom>
            <a:avLst/>
            <a:gdLst/>
            <a:ahLst/>
            <a:cxnLst/>
            <a:rect r="r" b="b" t="t" l="l"/>
            <a:pathLst>
              <a:path h="1888766" w="1552812">
                <a:moveTo>
                  <a:pt x="0" y="0"/>
                </a:moveTo>
                <a:lnTo>
                  <a:pt x="1552812" y="0"/>
                </a:lnTo>
                <a:lnTo>
                  <a:pt x="1552812" y="1888766"/>
                </a:lnTo>
                <a:lnTo>
                  <a:pt x="0" y="1888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898" t="-15544" r="-31929" b="-22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19204" y="9495688"/>
            <a:ext cx="18507204" cy="964932"/>
            <a:chOff x="0" y="0"/>
            <a:chExt cx="24676272" cy="128657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676272" cy="1286576"/>
              <a:chOff x="0" y="0"/>
              <a:chExt cx="24384000" cy="127133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384000" cy="1271338"/>
              </a:xfrm>
              <a:custGeom>
                <a:avLst/>
                <a:gdLst/>
                <a:ahLst/>
                <a:cxnLst/>
                <a:rect r="r" b="b" t="t" l="l"/>
                <a:pathLst>
                  <a:path h="1271338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71338"/>
                    </a:lnTo>
                    <a:lnTo>
                      <a:pt x="0" y="1271338"/>
                    </a:lnTo>
                    <a:close/>
                  </a:path>
                </a:pathLst>
              </a:custGeom>
              <a:solidFill>
                <a:srgbClr val="231C4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9134136" y="182077"/>
              <a:ext cx="6408001" cy="922422"/>
              <a:chOff x="0" y="0"/>
              <a:chExt cx="6408001" cy="92242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08000" cy="922422"/>
              </a:xfrm>
              <a:custGeom>
                <a:avLst/>
                <a:gdLst/>
                <a:ahLst/>
                <a:cxnLst/>
                <a:rect r="r" b="b" t="t" l="l"/>
                <a:pathLst>
                  <a:path h="922422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922422"/>
                    </a:lnTo>
                    <a:lnTo>
                      <a:pt x="0" y="92242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95777" r="0" b="-74944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6408001" cy="9414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HACKARENA’26</a:t>
                </a: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 submission - Template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97809" y="590550"/>
            <a:ext cx="1040209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705100"/>
            <a:ext cx="16230600" cy="484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7" indent="-345439" lvl="1">
              <a:lnSpc>
                <a:spcPts val="3839"/>
              </a:lnSpc>
              <a:buAutoNum type="arabicPeriod" startAt="1"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</a:t>
            </a: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up to seven (7). ( Including the title slide) </a:t>
            </a:r>
          </a:p>
          <a:p>
            <a:pPr algn="just" marL="690877" indent="-345439" lvl="1">
              <a:lnSpc>
                <a:spcPts val="3839"/>
              </a:lnSpc>
              <a:buAutoNum type="arabicPeriod" startAt="1"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</a:p>
          <a:p>
            <a:pPr algn="just" marL="690877" indent="-345439" lvl="1">
              <a:lnSpc>
                <a:spcPts val="3839"/>
              </a:lnSpc>
              <a:buAutoNum type="arabicPeriod" startAt="1"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</a:p>
          <a:p>
            <a:pPr algn="just" marL="690877" indent="-345439" lvl="1">
              <a:lnSpc>
                <a:spcPts val="3839"/>
              </a:lnSpc>
              <a:buAutoNum type="arabicPeriod" startAt="1"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</a:p>
          <a:p>
            <a:pPr algn="just" marL="690877" indent="-345439" lvl="1">
              <a:lnSpc>
                <a:spcPts val="3839"/>
              </a:lnSpc>
              <a:buAutoNum type="arabicPeriod" startAt="1"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only use provided template for making the PPT without changing the idea details pointers (mentioned in previous slides).</a:t>
            </a:r>
          </a:p>
          <a:p>
            <a:pPr algn="just" marL="690877" indent="-345439" lvl="1">
              <a:lnSpc>
                <a:spcPts val="3839"/>
              </a:lnSpc>
              <a:buAutoNum type="arabicPeriod" startAt="1"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ne</a:t>
            </a: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 to save the file in PDF and upload the same on p</a:t>
            </a: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ort</a:t>
            </a: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al. No PPT, Word Doc or any other format will be supported.</a:t>
            </a:r>
          </a:p>
          <a:p>
            <a:pPr algn="just">
              <a:lnSpc>
                <a:spcPts val="3839"/>
              </a:lnSpc>
            </a:pPr>
          </a:p>
          <a:p>
            <a:pPr algn="ctr">
              <a:lnSpc>
                <a:spcPts val="3599"/>
              </a:lnSpc>
            </a:pPr>
            <a:r>
              <a:rPr lang="en-US" sz="2999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616205" y="317151"/>
            <a:ext cx="4279995" cy="1423098"/>
          </a:xfrm>
          <a:custGeom>
            <a:avLst/>
            <a:gdLst/>
            <a:ahLst/>
            <a:cxnLst/>
            <a:rect r="r" b="b" t="t" l="l"/>
            <a:pathLst>
              <a:path h="1423098" w="4279995">
                <a:moveTo>
                  <a:pt x="0" y="0"/>
                </a:moveTo>
                <a:lnTo>
                  <a:pt x="4279995" y="0"/>
                </a:lnTo>
                <a:lnTo>
                  <a:pt x="4279995" y="1423098"/>
                </a:lnTo>
                <a:lnTo>
                  <a:pt x="0" y="1423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0"/>
            <a:ext cx="1552812" cy="1888766"/>
          </a:xfrm>
          <a:custGeom>
            <a:avLst/>
            <a:gdLst/>
            <a:ahLst/>
            <a:cxnLst/>
            <a:rect r="r" b="b" t="t" l="l"/>
            <a:pathLst>
              <a:path h="1888766" w="1552812">
                <a:moveTo>
                  <a:pt x="0" y="0"/>
                </a:moveTo>
                <a:lnTo>
                  <a:pt x="1552812" y="0"/>
                </a:lnTo>
                <a:lnTo>
                  <a:pt x="1552812" y="1888766"/>
                </a:lnTo>
                <a:lnTo>
                  <a:pt x="0" y="1888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898" t="-15544" r="-31929" b="-224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77960" y="9539329"/>
            <a:ext cx="18507204" cy="791312"/>
            <a:chOff x="0" y="0"/>
            <a:chExt cx="24676272" cy="105508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676272" cy="1055083"/>
              <a:chOff x="0" y="0"/>
              <a:chExt cx="24384000" cy="104258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384000" cy="1042586"/>
              </a:xfrm>
              <a:custGeom>
                <a:avLst/>
                <a:gdLst/>
                <a:ahLst/>
                <a:cxnLst/>
                <a:rect r="r" b="b" t="t" l="l"/>
                <a:pathLst>
                  <a:path h="1042586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42586"/>
                    </a:lnTo>
                    <a:lnTo>
                      <a:pt x="0" y="1042586"/>
                    </a:lnTo>
                    <a:close/>
                  </a:path>
                </a:pathLst>
              </a:custGeom>
              <a:solidFill>
                <a:srgbClr val="231C4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9134136" y="149316"/>
              <a:ext cx="6408001" cy="756450"/>
              <a:chOff x="0" y="0"/>
              <a:chExt cx="6408001" cy="7564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08000" cy="756450"/>
              </a:xfrm>
              <a:custGeom>
                <a:avLst/>
                <a:gdLst/>
                <a:ahLst/>
                <a:cxnLst/>
                <a:rect r="r" b="b" t="t" l="l"/>
                <a:pathLst>
                  <a:path h="756450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756450"/>
                    </a:lnTo>
                    <a:lnTo>
                      <a:pt x="0" y="75645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16792" r="0" b="-113328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6408001" cy="7755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HACKARENA’26</a:t>
                </a: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 submission - Template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DAHBsgGZk4A</dc:identifier>
  <dcterms:modified xsi:type="dcterms:W3CDTF">2011-08-01T06:04:30Z</dcterms:modified>
  <cp:revision>1</cp:revision>
  <dc:title>HACKARENA'26-IDEA-Presentation-Format</dc:title>
</cp:coreProperties>
</file>